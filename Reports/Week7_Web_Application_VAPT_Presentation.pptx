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 – Web Application VAPT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&amp; DVWA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3291840"/>
            <a:ext cx="1188720" cy="45720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577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PAILACHUKKA SUSMITHA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– Cybersecurity Internship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Lab Environment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5179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fundamentals for web applications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0665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9202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Community Edition as HTTP proxy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6151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468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— intentionally vulnerable target app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1638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017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(attacker) + Ubuntu Linux (target)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566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authorized VirtualBox lab only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1F7A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192.168.56.101:4280     Burp Proxy: 127.0.0.1:8080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All testing performed only against the student's own authorized local DVWA lab.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VAPT Methodology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Setup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01168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16408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216408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Burp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Config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2712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77952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377952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Mapping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4256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9496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539496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Interception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01040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701040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Manual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7344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2584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F7AC4"/>
          </a:solidFill>
          <a:ln/>
        </p:spPr>
      </p:sp>
      <p:sp>
        <p:nvSpPr>
          <p:cNvPr id="21" name="Text 18"/>
          <p:cNvSpPr/>
          <p:nvPr/>
        </p:nvSpPr>
        <p:spPr>
          <a:xfrm>
            <a:off x="862584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Collection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88880" y="2880360"/>
            <a:ext cx="15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241280" y="27432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24" name="Text 21"/>
          <p:cNvSpPr/>
          <p:nvPr/>
        </p:nvSpPr>
        <p:spPr>
          <a:xfrm>
            <a:off x="10241280" y="2743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Reporting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4389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44"/>
                </a:solidFill>
              </a:rPr>
              <a:t>A structured, repeatable workflow — from environment setup through manual testing to documented, remediation-focused reporting.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&amp; Reconnaissance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6093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— intercepted all HTTP traffic (127.0.0.1:8080)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7627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0299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History — reviewed captured requests/responses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5968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Site Map — mapped DVWA's structure and endpoints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31012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163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 — manually resent and modified requests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87705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7307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login request captured and analyzed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&amp; Reflected XSS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SQL Injection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Payload: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1' OR '1'='1 #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DVWA's SQLi module at Low security. Alters query logic to bypass intended single-row lookup.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unauthorized data access, possible auth bypass.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1371600"/>
            <a:ext cx="5394960" cy="54864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Reflected XSS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Payload: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9718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reflected back by the app and executed in-browser, confirmed by an alert popup showing "1".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session hijacking, credential theft.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Parameter Tampering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C4"/>
                </a:solidFill>
              </a:rPr>
              <a:t>Authentication Testing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7465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wrongpassword → rejected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18541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0391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password (default) → accepted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4780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Found + session cookie issued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C4"/>
                </a:solidFill>
              </a:rPr>
              <a:t>Parameter / Cookie Tampering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17465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6693408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security=impossible → security=low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218541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6" name="Text 13"/>
          <p:cNvSpPr/>
          <p:nvPr/>
        </p:nvSpPr>
        <p:spPr>
          <a:xfrm>
            <a:off x="6693408" y="20391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App's reported security level changed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0" y="262432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8" name="Text 15"/>
          <p:cNvSpPr/>
          <p:nvPr/>
        </p:nvSpPr>
        <p:spPr>
          <a:xfrm>
            <a:off x="6693408" y="24780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ip=127.0.0.1 → ip=192.168.56.101 accepted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155680" cy="1188720"/>
          </a:xfrm>
          <a:prstGeom prst="roundRect">
            <a:avLst>
              <a:gd name="adj" fmla="val 3846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7490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6608"/>
                </a:solidFill>
              </a:rPr>
              <a:t>Security implication: client-controlled values must never be trusted for security decisions — all authorization must be enforced server-side.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Command Injection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5179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Command Injection module tested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04825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9019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request: ip=127.0.0.1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4323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tested: 127.0.0.1; whoami (via Burp Repeater)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296265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returned 200 OK — payload not rejected/sanitized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63931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4930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output not clearly confirmed in evidence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FBEAE8"/>
          </a:solidFill>
          <a:ln w="16510">
            <a:solidFill>
              <a:srgbClr val="B03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2F26"/>
                </a:solidFill>
              </a:rPr>
              <a:t>Risk: High (potential) — unauthorized command execution, information disclosure, system compromise.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12F26"/>
                </a:solidFill>
              </a:rPr>
              <a:t>Remediation: allowlist validation, avoid shell execution, least privilege.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Discovery — Gobuster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11155680" cy="68580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3716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gobuster dir -u http://192.168.56.101:4280 -w /usr/share/wordlists/dirb/common.txt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C4"/>
                </a:solidFill>
              </a:rPr>
              <a:t>Discovered Endpoints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523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/config/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1638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017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/database/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5753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/external/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9867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/login.php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3982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/phpinfo.php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8097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/server-status/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221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1" name="Text 18"/>
          <p:cNvSpPr/>
          <p:nvPr/>
        </p:nvSpPr>
        <p:spPr>
          <a:xfrm>
            <a:off x="932688" y="5074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/tests/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09360" y="228600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3C7"/>
                </a:solidFill>
              </a:rPr>
              <a:t>Attack-Surface Impact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37960" y="29260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endpoints expand what's reachable beyond the visible site navigation — phpinfo.php can leak server config, and config/ or database/ may expose internals if unprotected.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57784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Remediation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Parameterized queries / prepared statements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XSS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validation + output encoding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Default Credentials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defaults, strong password policy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/ Cookie Tampering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validation &amp; authorization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Command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 validation, avoid shell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/ Endpoint 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unnecessary files, access controls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– Web Application VAPT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7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60934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VAPT experience using Burp Suite + Gobuster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231136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848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of vulnerabilities identified and documented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52928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70662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Intruder configured; automated attack not available in Community Edition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32841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confined to an authorized local DVWA lab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4096512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9502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practical secure-development recommendations provided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7F5"/>
                </a:solidFill>
              </a:rPr>
              <a:t>PAILACHUKKA SUSMITHA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2026-10-08T09:18:47Z</dcterms:created>
  <dcterms:modified xsi:type="dcterms:W3CDTF">2026-10-08T09:18:47Z</dcterms:modified>
</cp:coreProperties>
</file>